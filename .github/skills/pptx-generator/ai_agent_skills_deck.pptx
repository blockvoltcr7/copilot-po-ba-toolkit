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Rise of AI Agent Skills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5603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Prompt Templates Are Changing the Way Agents 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1C72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Agent Skills?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skills are modular packages of instructions that teach AI agents how to perform specialized tasks. They are loaded into context on demand — only when the agent determines the skill is relevant to your prompt.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0" y="137160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0" y="1371600"/>
            <a:ext cx="73152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257800" y="14447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skill is a self-contained directory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0" y="219456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2194560"/>
            <a:ext cx="73152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257800" y="22677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only when relevant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301752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3017520"/>
            <a:ext cx="73152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30906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Copilot, Claude, VS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384048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3840480"/>
            <a:ext cx="73152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3913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skills can combine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 Approaches Compared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Templates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Tool-Based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Fine-Tuned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Speed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(retrain)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Context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Framework-specific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Model-specific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(readable text)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(schemas)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(weights)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2560320" cy="2926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6459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100584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frameworks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one skill format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566160" y="1463040"/>
            <a:ext cx="2560320" cy="2926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566160" y="16459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384048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2560320" cy="292608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0" y="1645920"/>
            <a:ext cx="2560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&lt;1s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67512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update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109728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 are just text.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knowledge is portable.</a:t>
            </a:r>
            <a:endParaRPr lang="en-US" sz="2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Any agent can use them.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3657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building: .github/skills/your-skill/SKILL.md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Rise of AI Agent Skills</dc:title>
  <dc:subject>PptxGenJS Presentation</dc:subject>
  <dc:creator>AI Skills Team</dc:creator>
  <cp:lastModifiedBy>AI Skills Team</cp:lastModifiedBy>
  <cp:revision>1</cp:revision>
  <dcterms:created xsi:type="dcterms:W3CDTF">2026-03-28T00:58:25Z</dcterms:created>
  <dcterms:modified xsi:type="dcterms:W3CDTF">2026-03-28T00:58:25Z</dcterms:modified>
</cp:coreProperties>
</file>